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7315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0 → 3 | Spark 4.0 | ESIEE Paris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Validation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0 - Objectif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Spark 4.0 local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→ DataFrame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Parquet partitionné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groupBy &amp; explain()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environnement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events/sec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→ Tokenization → Stopwords → Index → Parquet/CSV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tokens | avg latency 242ms | Spark groupBy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StandardScaler + Silhouette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optimal | silhouette = 0.9797 | −34% partition gain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+ ML + Indexing = Pipeline Data Engineering complet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DE2 Labs - Data Engineering II</dc:title>
  <dc:subject>PptxGenJS Presentation</dc:subject>
  <dc:creator>PptxGenJS</dc:creator>
  <cp:lastModifiedBy>PptxGenJS</cp:lastModifiedBy>
  <cp:revision>1</cp:revision>
  <dcterms:created xsi:type="dcterms:W3CDTF">2026-05-11T14:27:36Z</dcterms:created>
  <dcterms:modified xsi:type="dcterms:W3CDTF">2026-05-11T14:27:36Z</dcterms:modified>
</cp:coreProperties>
</file>